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6" r:id="rId3"/>
    <p:sldId id="257" r:id="rId4"/>
    <p:sldId id="267" r:id="rId5"/>
    <p:sldId id="258" r:id="rId6"/>
    <p:sldId id="268" r:id="rId7"/>
    <p:sldId id="277" r:id="rId8"/>
    <p:sldId id="274" r:id="rId9"/>
    <p:sldId id="278" r:id="rId10"/>
    <p:sldId id="275" r:id="rId11"/>
    <p:sldId id="276" r:id="rId12"/>
    <p:sldId id="270" r:id="rId13"/>
    <p:sldId id="259" r:id="rId14"/>
    <p:sldId id="269" r:id="rId15"/>
    <p:sldId id="279" r:id="rId16"/>
    <p:sldId id="273" r:id="rId17"/>
    <p:sldId id="271" r:id="rId18"/>
    <p:sldId id="272" r:id="rId19"/>
    <p:sldId id="265" r:id="rId20"/>
  </p:sldIdLst>
  <p:sldSz cx="18288000" cy="10287000"/>
  <p:notesSz cx="6858000" cy="9144000"/>
  <p:embeddedFontLst>
    <p:embeddedFont>
      <p:font typeface="Obra Letra Bold" panose="020B0604020202020204" charset="0"/>
      <p:regular r:id="rId21"/>
    </p:embeddedFont>
    <p:embeddedFont>
      <p:font typeface="Open Sauce Heavy" panose="020B0604020202020204" charset="0"/>
      <p:regular r:id="rId22"/>
    </p:embeddedFont>
    <p:embeddedFont>
      <p:font typeface="Open Sauce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0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watch?v=ZXM-NihVwVk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0416" y="7200900"/>
            <a:ext cx="18087584" cy="3300984"/>
          </a:xfrm>
          <a:custGeom>
            <a:avLst/>
            <a:gdLst/>
            <a:ahLst/>
            <a:cxnLst/>
            <a:rect l="l" t="t" r="r" b="b"/>
            <a:pathLst>
              <a:path w="18087584" h="3300984">
                <a:moveTo>
                  <a:pt x="0" y="0"/>
                </a:moveTo>
                <a:lnTo>
                  <a:pt x="18087584" y="0"/>
                </a:lnTo>
                <a:lnTo>
                  <a:pt x="18087584" y="3300984"/>
                </a:lnTo>
                <a:lnTo>
                  <a:pt x="0" y="3300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0" y="0"/>
                </a:moveTo>
                <a:lnTo>
                  <a:pt x="5259760" y="0"/>
                </a:lnTo>
                <a:lnTo>
                  <a:pt x="5259760" y="2110479"/>
                </a:lnTo>
                <a:lnTo>
                  <a:pt x="0" y="211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1600200" y="4353247"/>
            <a:ext cx="15087600" cy="2624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6000" b="1" dirty="0">
                <a:solidFill>
                  <a:srgbClr val="E33036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“Soft Skills For Strong </a:t>
            </a:r>
            <a:r>
              <a:rPr lang="ru-RU" sz="6000" b="1">
                <a:solidFill>
                  <a:srgbClr val="E33036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Teachers“</a:t>
            </a:r>
            <a:endParaRPr lang="ru-RU" sz="6000" b="1" dirty="0">
              <a:solidFill>
                <a:srgbClr val="E33036"/>
              </a:solidFill>
              <a:latin typeface="Obra Letra Bold"/>
              <a:ea typeface="Obra Letra Bold"/>
              <a:cs typeface="Obra Letra Bold"/>
              <a:sym typeface="Obra Letra Bold"/>
            </a:endParaRPr>
          </a:p>
          <a:p>
            <a:pPr algn="ctr">
              <a:lnSpc>
                <a:spcPct val="150000"/>
              </a:lnSpc>
            </a:pPr>
            <a:r>
              <a:rPr lang="ru-RU" sz="6000" b="1">
                <a:solidFill>
                  <a:srgbClr val="E33036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“Меки </a:t>
            </a:r>
            <a:r>
              <a:rPr lang="ru-RU" sz="6000" b="1" dirty="0">
                <a:solidFill>
                  <a:srgbClr val="E33036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умения за силни учители“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7200" y="2977744"/>
            <a:ext cx="16802100" cy="728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600" b="1" dirty="0">
                <a:solidFill>
                  <a:srgbClr val="FF0000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„Образование без граници – стратегии и умения за учители на новото време“</a:t>
            </a:r>
            <a:endParaRPr lang="en-US" sz="3600" b="1" dirty="0">
              <a:solidFill>
                <a:srgbClr val="FF0000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1" name="Freeform 11"/>
          <p:cNvSpPr/>
          <p:nvPr/>
        </p:nvSpPr>
        <p:spPr>
          <a:xfrm flipH="1">
            <a:off x="13028240" y="0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5259760" y="0"/>
                </a:moveTo>
                <a:lnTo>
                  <a:pt x="0" y="0"/>
                </a:lnTo>
                <a:lnTo>
                  <a:pt x="0" y="2110479"/>
                </a:lnTo>
                <a:lnTo>
                  <a:pt x="5259760" y="2110479"/>
                </a:lnTo>
                <a:lnTo>
                  <a:pt x="525976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20">
            <a:extLst>
              <a:ext uri="{FF2B5EF4-FFF2-40B4-BE49-F238E27FC236}">
                <a16:creationId xmlns:a16="http://schemas.microsoft.com/office/drawing/2014/main" id="{C36274F4-6F75-4E52-AB92-7B8D08EB7803}"/>
              </a:ext>
            </a:extLst>
          </p:cNvPr>
          <p:cNvSpPr txBox="1"/>
          <p:nvPr/>
        </p:nvSpPr>
        <p:spPr>
          <a:xfrm>
            <a:off x="5638800" y="1953379"/>
            <a:ext cx="7663055" cy="5029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13"/>
              </a:lnSpc>
            </a:pPr>
            <a:r>
              <a:rPr lang="bg-BG" sz="2400" b="1" i="1" dirty="0">
                <a:solidFill>
                  <a:srgbClr val="FF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ПРОЕКТ № </a:t>
            </a:r>
            <a:r>
              <a:rPr lang="en-US" sz="2400" b="1" i="1" dirty="0">
                <a:solidFill>
                  <a:srgbClr val="FF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2025-1-BG01-KA121-SCH-000334641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FB2313-D59E-4E37-A005-8EAE78ABA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934" y="1163873"/>
            <a:ext cx="1018120" cy="12924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DD729D-B512-4777-8AD4-2231E849E2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491078"/>
            <a:ext cx="4754228" cy="11283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B4BFBBC-A423-4C2D-8702-7654B45EC4C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3991" y="363675"/>
            <a:ext cx="4300436" cy="12307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80262B-42D7-4E9B-A2B4-F93674D2D0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72790" y="668071"/>
            <a:ext cx="1822862" cy="11888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0" y="0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0" y="0"/>
                </a:moveTo>
                <a:lnTo>
                  <a:pt x="5259760" y="0"/>
                </a:lnTo>
                <a:lnTo>
                  <a:pt x="5259760" y="2110479"/>
                </a:lnTo>
                <a:lnTo>
                  <a:pt x="0" y="2110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3028240" y="0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5259760" y="0"/>
                </a:moveTo>
                <a:lnTo>
                  <a:pt x="0" y="0"/>
                </a:lnTo>
                <a:lnTo>
                  <a:pt x="0" y="2110479"/>
                </a:lnTo>
                <a:lnTo>
                  <a:pt x="5259760" y="2110479"/>
                </a:lnTo>
                <a:lnTo>
                  <a:pt x="525976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3876819A-4EC7-4C3B-9555-BB66DC535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301" y="1"/>
            <a:ext cx="18584901" cy="103668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9EA3056-1675-413B-BEAD-59A3688C3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8373378" cy="1024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53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05970" y="8016540"/>
            <a:ext cx="12440877" cy="2270460"/>
          </a:xfrm>
          <a:custGeom>
            <a:avLst/>
            <a:gdLst/>
            <a:ahLst/>
            <a:cxnLst/>
            <a:rect l="l" t="t" r="r" b="b"/>
            <a:pathLst>
              <a:path w="12440877" h="2270460">
                <a:moveTo>
                  <a:pt x="0" y="0"/>
                </a:moveTo>
                <a:lnTo>
                  <a:pt x="12440876" y="0"/>
                </a:lnTo>
                <a:lnTo>
                  <a:pt x="12440876" y="2270460"/>
                </a:lnTo>
                <a:lnTo>
                  <a:pt x="0" y="2270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880691" y="8016540"/>
            <a:ext cx="12440877" cy="2270460"/>
          </a:xfrm>
          <a:custGeom>
            <a:avLst/>
            <a:gdLst/>
            <a:ahLst/>
            <a:cxnLst/>
            <a:rect l="l" t="t" r="r" b="b"/>
            <a:pathLst>
              <a:path w="12440877" h="2270460">
                <a:moveTo>
                  <a:pt x="0" y="0"/>
                </a:moveTo>
                <a:lnTo>
                  <a:pt x="12440876" y="0"/>
                </a:lnTo>
                <a:lnTo>
                  <a:pt x="12440876" y="2270460"/>
                </a:lnTo>
                <a:lnTo>
                  <a:pt x="0" y="2270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1159" y="-54052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0" y="0"/>
                </a:moveTo>
                <a:lnTo>
                  <a:pt x="5259760" y="0"/>
                </a:lnTo>
                <a:lnTo>
                  <a:pt x="5259760" y="2110479"/>
                </a:lnTo>
                <a:lnTo>
                  <a:pt x="0" y="211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3028240" y="0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5259760" y="0"/>
                </a:moveTo>
                <a:lnTo>
                  <a:pt x="0" y="0"/>
                </a:lnTo>
                <a:lnTo>
                  <a:pt x="0" y="2110479"/>
                </a:lnTo>
                <a:lnTo>
                  <a:pt x="5259760" y="2110479"/>
                </a:lnTo>
                <a:lnTo>
                  <a:pt x="525976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2F231EA-66D0-4332-9931-0FE91D0DC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228924"/>
              </p:ext>
            </p:extLst>
          </p:nvPr>
        </p:nvGraphicFramePr>
        <p:xfrm>
          <a:off x="5961960" y="1507246"/>
          <a:ext cx="208280" cy="6266968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591398571"/>
                    </a:ext>
                  </a:extLst>
                </a:gridCol>
              </a:tblGrid>
              <a:tr h="62669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58530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0D94AD4-D31B-4D85-810C-73238F918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966746"/>
              </p:ext>
            </p:extLst>
          </p:nvPr>
        </p:nvGraphicFramePr>
        <p:xfrm>
          <a:off x="11991959" y="1507246"/>
          <a:ext cx="208280" cy="6836654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591398571"/>
                    </a:ext>
                  </a:extLst>
                </a:gridCol>
              </a:tblGrid>
              <a:tr h="68366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585308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03C62406-5E43-45D1-A88D-BB7271B51DC6}"/>
              </a:ext>
            </a:extLst>
          </p:cNvPr>
          <p:cNvSpPr txBox="1"/>
          <p:nvPr/>
        </p:nvSpPr>
        <p:spPr>
          <a:xfrm>
            <a:off x="685800" y="2400300"/>
            <a:ext cx="502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 b="1" dirty="0">
                <a:ln w="9525">
                  <a:solidFill>
                    <a:srgbClr val="FF0000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Какво са меките умения?</a:t>
            </a:r>
            <a:endParaRPr lang="en-US" sz="3200" b="1" dirty="0">
              <a:ln w="9525">
                <a:solidFill>
                  <a:srgbClr val="FF0000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522D1E-E2F3-43D6-B4D1-0F9CE6B74AE1}"/>
              </a:ext>
            </a:extLst>
          </p:cNvPr>
          <p:cNvSpPr txBox="1"/>
          <p:nvPr/>
        </p:nvSpPr>
        <p:spPr>
          <a:xfrm>
            <a:off x="6530920" y="2400299"/>
            <a:ext cx="5029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 b="1" dirty="0">
                <a:ln w="9525">
                  <a:solidFill>
                    <a:srgbClr val="FF0000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Кога учителите се чувстват силни?</a:t>
            </a:r>
            <a:endParaRPr lang="en-US" sz="3200" b="1" dirty="0">
              <a:ln w="9525">
                <a:solidFill>
                  <a:srgbClr val="FF0000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211696-436F-4A17-BF1C-4657F86CB319}"/>
              </a:ext>
            </a:extLst>
          </p:cNvPr>
          <p:cNvSpPr txBox="1"/>
          <p:nvPr/>
        </p:nvSpPr>
        <p:spPr>
          <a:xfrm>
            <a:off x="12573000" y="1915477"/>
            <a:ext cx="5029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 b="1" dirty="0">
                <a:ln w="9525">
                  <a:solidFill>
                    <a:srgbClr val="FF0000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От кое меко умение учителите се нуждаят най-много днес и защо?</a:t>
            </a:r>
            <a:endParaRPr lang="en-US" sz="3200" b="1" dirty="0">
              <a:ln w="9525">
                <a:solidFill>
                  <a:srgbClr val="FF0000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05970" y="8016540"/>
            <a:ext cx="12440877" cy="2270460"/>
          </a:xfrm>
          <a:custGeom>
            <a:avLst/>
            <a:gdLst/>
            <a:ahLst/>
            <a:cxnLst/>
            <a:rect l="l" t="t" r="r" b="b"/>
            <a:pathLst>
              <a:path w="12440877" h="2270460">
                <a:moveTo>
                  <a:pt x="0" y="0"/>
                </a:moveTo>
                <a:lnTo>
                  <a:pt x="12440876" y="0"/>
                </a:lnTo>
                <a:lnTo>
                  <a:pt x="12440876" y="2270460"/>
                </a:lnTo>
                <a:lnTo>
                  <a:pt x="0" y="2270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880691" y="8016540"/>
            <a:ext cx="12440877" cy="2270460"/>
          </a:xfrm>
          <a:custGeom>
            <a:avLst/>
            <a:gdLst/>
            <a:ahLst/>
            <a:cxnLst/>
            <a:rect l="l" t="t" r="r" b="b"/>
            <a:pathLst>
              <a:path w="12440877" h="2270460">
                <a:moveTo>
                  <a:pt x="0" y="0"/>
                </a:moveTo>
                <a:lnTo>
                  <a:pt x="12440876" y="0"/>
                </a:lnTo>
                <a:lnTo>
                  <a:pt x="12440876" y="2270460"/>
                </a:lnTo>
                <a:lnTo>
                  <a:pt x="0" y="2270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5240" y="0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0" y="0"/>
                </a:moveTo>
                <a:lnTo>
                  <a:pt x="5259760" y="0"/>
                </a:lnTo>
                <a:lnTo>
                  <a:pt x="5259760" y="2110479"/>
                </a:lnTo>
                <a:lnTo>
                  <a:pt x="0" y="211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3028240" y="0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5259760" y="0"/>
                </a:moveTo>
                <a:lnTo>
                  <a:pt x="0" y="0"/>
                </a:lnTo>
                <a:lnTo>
                  <a:pt x="0" y="2110479"/>
                </a:lnTo>
                <a:lnTo>
                  <a:pt x="5259760" y="2110479"/>
                </a:lnTo>
                <a:lnTo>
                  <a:pt x="525976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A326A9-1408-418B-A21B-56690FAA3A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71500"/>
            <a:ext cx="16535400" cy="717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517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05970" y="8016540"/>
            <a:ext cx="12440877" cy="2270460"/>
          </a:xfrm>
          <a:custGeom>
            <a:avLst/>
            <a:gdLst/>
            <a:ahLst/>
            <a:cxnLst/>
            <a:rect l="l" t="t" r="r" b="b"/>
            <a:pathLst>
              <a:path w="12440877" h="2270460">
                <a:moveTo>
                  <a:pt x="0" y="0"/>
                </a:moveTo>
                <a:lnTo>
                  <a:pt x="12440876" y="0"/>
                </a:lnTo>
                <a:lnTo>
                  <a:pt x="12440876" y="2270460"/>
                </a:lnTo>
                <a:lnTo>
                  <a:pt x="0" y="2270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880691" y="8016540"/>
            <a:ext cx="12440877" cy="2270460"/>
          </a:xfrm>
          <a:custGeom>
            <a:avLst/>
            <a:gdLst/>
            <a:ahLst/>
            <a:cxnLst/>
            <a:rect l="l" t="t" r="r" b="b"/>
            <a:pathLst>
              <a:path w="12440877" h="2270460">
                <a:moveTo>
                  <a:pt x="0" y="0"/>
                </a:moveTo>
                <a:lnTo>
                  <a:pt x="12440876" y="0"/>
                </a:lnTo>
                <a:lnTo>
                  <a:pt x="12440876" y="2270460"/>
                </a:lnTo>
                <a:lnTo>
                  <a:pt x="0" y="2270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0" y="-54052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0" y="0"/>
                </a:moveTo>
                <a:lnTo>
                  <a:pt x="5259760" y="0"/>
                </a:lnTo>
                <a:lnTo>
                  <a:pt x="5259760" y="2110479"/>
                </a:lnTo>
                <a:lnTo>
                  <a:pt x="0" y="211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3028240" y="0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5259760" y="0"/>
                </a:moveTo>
                <a:lnTo>
                  <a:pt x="0" y="0"/>
                </a:lnTo>
                <a:lnTo>
                  <a:pt x="0" y="2110479"/>
                </a:lnTo>
                <a:lnTo>
                  <a:pt x="5259760" y="2110479"/>
                </a:lnTo>
                <a:lnTo>
                  <a:pt x="525976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93C92E-5954-48B5-9D2D-5C8CD7CABC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0" y="2056427"/>
            <a:ext cx="18288000" cy="538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93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05970" y="8016540"/>
            <a:ext cx="12440877" cy="2270460"/>
          </a:xfrm>
          <a:custGeom>
            <a:avLst/>
            <a:gdLst/>
            <a:ahLst/>
            <a:cxnLst/>
            <a:rect l="l" t="t" r="r" b="b"/>
            <a:pathLst>
              <a:path w="12440877" h="2270460">
                <a:moveTo>
                  <a:pt x="0" y="0"/>
                </a:moveTo>
                <a:lnTo>
                  <a:pt x="12440876" y="0"/>
                </a:lnTo>
                <a:lnTo>
                  <a:pt x="12440876" y="2270460"/>
                </a:lnTo>
                <a:lnTo>
                  <a:pt x="0" y="2270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880691" y="8016540"/>
            <a:ext cx="12440877" cy="2270460"/>
          </a:xfrm>
          <a:custGeom>
            <a:avLst/>
            <a:gdLst/>
            <a:ahLst/>
            <a:cxnLst/>
            <a:rect l="l" t="t" r="r" b="b"/>
            <a:pathLst>
              <a:path w="12440877" h="2270460">
                <a:moveTo>
                  <a:pt x="0" y="0"/>
                </a:moveTo>
                <a:lnTo>
                  <a:pt x="12440876" y="0"/>
                </a:lnTo>
                <a:lnTo>
                  <a:pt x="12440876" y="2270460"/>
                </a:lnTo>
                <a:lnTo>
                  <a:pt x="0" y="2270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228600" y="0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0" y="0"/>
                </a:moveTo>
                <a:lnTo>
                  <a:pt x="5259760" y="0"/>
                </a:lnTo>
                <a:lnTo>
                  <a:pt x="5259760" y="2110479"/>
                </a:lnTo>
                <a:lnTo>
                  <a:pt x="0" y="211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3028240" y="0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5259760" y="0"/>
                </a:moveTo>
                <a:lnTo>
                  <a:pt x="0" y="0"/>
                </a:lnTo>
                <a:lnTo>
                  <a:pt x="0" y="2110479"/>
                </a:lnTo>
                <a:lnTo>
                  <a:pt x="5259760" y="2110479"/>
                </a:lnTo>
                <a:lnTo>
                  <a:pt x="525976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9C7BD5-BEF8-476F-ADDC-1B300D52A3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8120" y="1562100"/>
            <a:ext cx="18288000" cy="606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6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05970" y="8016540"/>
            <a:ext cx="12440877" cy="2270460"/>
          </a:xfrm>
          <a:custGeom>
            <a:avLst/>
            <a:gdLst/>
            <a:ahLst/>
            <a:cxnLst/>
            <a:rect l="l" t="t" r="r" b="b"/>
            <a:pathLst>
              <a:path w="12440877" h="2270460">
                <a:moveTo>
                  <a:pt x="0" y="0"/>
                </a:moveTo>
                <a:lnTo>
                  <a:pt x="12440876" y="0"/>
                </a:lnTo>
                <a:lnTo>
                  <a:pt x="12440876" y="2270460"/>
                </a:lnTo>
                <a:lnTo>
                  <a:pt x="0" y="2270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880691" y="8016540"/>
            <a:ext cx="12440877" cy="2270460"/>
          </a:xfrm>
          <a:custGeom>
            <a:avLst/>
            <a:gdLst/>
            <a:ahLst/>
            <a:cxnLst/>
            <a:rect l="l" t="t" r="r" b="b"/>
            <a:pathLst>
              <a:path w="12440877" h="2270460">
                <a:moveTo>
                  <a:pt x="0" y="0"/>
                </a:moveTo>
                <a:lnTo>
                  <a:pt x="12440876" y="0"/>
                </a:lnTo>
                <a:lnTo>
                  <a:pt x="12440876" y="2270460"/>
                </a:lnTo>
                <a:lnTo>
                  <a:pt x="0" y="2270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" y="-1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0" y="0"/>
                </a:moveTo>
                <a:lnTo>
                  <a:pt x="5259760" y="0"/>
                </a:lnTo>
                <a:lnTo>
                  <a:pt x="5259760" y="2110479"/>
                </a:lnTo>
                <a:lnTo>
                  <a:pt x="0" y="211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3028240" y="0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5259760" y="0"/>
                </a:moveTo>
                <a:lnTo>
                  <a:pt x="0" y="0"/>
                </a:lnTo>
                <a:lnTo>
                  <a:pt x="0" y="2110479"/>
                </a:lnTo>
                <a:lnTo>
                  <a:pt x="5259760" y="2110479"/>
                </a:lnTo>
                <a:lnTo>
                  <a:pt x="525976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FF7488-EFCE-48AC-9A8E-90958906F1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1" y="1159078"/>
            <a:ext cx="18288000" cy="69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077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05970" y="8016540"/>
            <a:ext cx="12440877" cy="2270460"/>
          </a:xfrm>
          <a:custGeom>
            <a:avLst/>
            <a:gdLst/>
            <a:ahLst/>
            <a:cxnLst/>
            <a:rect l="l" t="t" r="r" b="b"/>
            <a:pathLst>
              <a:path w="12440877" h="2270460">
                <a:moveTo>
                  <a:pt x="0" y="0"/>
                </a:moveTo>
                <a:lnTo>
                  <a:pt x="12440876" y="0"/>
                </a:lnTo>
                <a:lnTo>
                  <a:pt x="12440876" y="2270460"/>
                </a:lnTo>
                <a:lnTo>
                  <a:pt x="0" y="2270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880691" y="8016540"/>
            <a:ext cx="12440877" cy="2270460"/>
          </a:xfrm>
          <a:custGeom>
            <a:avLst/>
            <a:gdLst/>
            <a:ahLst/>
            <a:cxnLst/>
            <a:rect l="l" t="t" r="r" b="b"/>
            <a:pathLst>
              <a:path w="12440877" h="2270460">
                <a:moveTo>
                  <a:pt x="0" y="0"/>
                </a:moveTo>
                <a:lnTo>
                  <a:pt x="12440876" y="0"/>
                </a:lnTo>
                <a:lnTo>
                  <a:pt x="12440876" y="2270460"/>
                </a:lnTo>
                <a:lnTo>
                  <a:pt x="0" y="2270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" y="-159981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0" y="0"/>
                </a:moveTo>
                <a:lnTo>
                  <a:pt x="5259760" y="0"/>
                </a:lnTo>
                <a:lnTo>
                  <a:pt x="5259760" y="2110479"/>
                </a:lnTo>
                <a:lnTo>
                  <a:pt x="0" y="211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3028240" y="0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5259760" y="0"/>
                </a:moveTo>
                <a:lnTo>
                  <a:pt x="0" y="0"/>
                </a:lnTo>
                <a:lnTo>
                  <a:pt x="0" y="2110479"/>
                </a:lnTo>
                <a:lnTo>
                  <a:pt x="5259760" y="2110479"/>
                </a:lnTo>
                <a:lnTo>
                  <a:pt x="525976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CCED06-8DD7-4755-8E5E-79FCD3F516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0" y="419100"/>
            <a:ext cx="18288000" cy="838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157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6329"/>
            <a:ext cx="18288000" cy="10201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05970" y="8016540"/>
            <a:ext cx="12440877" cy="2270460"/>
          </a:xfrm>
          <a:custGeom>
            <a:avLst/>
            <a:gdLst/>
            <a:ahLst/>
            <a:cxnLst/>
            <a:rect l="l" t="t" r="r" b="b"/>
            <a:pathLst>
              <a:path w="12440877" h="2270460">
                <a:moveTo>
                  <a:pt x="0" y="0"/>
                </a:moveTo>
                <a:lnTo>
                  <a:pt x="12440876" y="0"/>
                </a:lnTo>
                <a:lnTo>
                  <a:pt x="12440876" y="2270460"/>
                </a:lnTo>
                <a:lnTo>
                  <a:pt x="0" y="2270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880691" y="8016540"/>
            <a:ext cx="12440877" cy="2270460"/>
          </a:xfrm>
          <a:custGeom>
            <a:avLst/>
            <a:gdLst/>
            <a:ahLst/>
            <a:cxnLst/>
            <a:rect l="l" t="t" r="r" b="b"/>
            <a:pathLst>
              <a:path w="12440877" h="2270460">
                <a:moveTo>
                  <a:pt x="0" y="0"/>
                </a:moveTo>
                <a:lnTo>
                  <a:pt x="12440876" y="0"/>
                </a:lnTo>
                <a:lnTo>
                  <a:pt x="12440876" y="2270460"/>
                </a:lnTo>
                <a:lnTo>
                  <a:pt x="0" y="2270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0" y="0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0" y="0"/>
                </a:moveTo>
                <a:lnTo>
                  <a:pt x="5259760" y="0"/>
                </a:lnTo>
                <a:lnTo>
                  <a:pt x="5259760" y="2110479"/>
                </a:lnTo>
                <a:lnTo>
                  <a:pt x="0" y="211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13028240" y="0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5259760" y="0"/>
                </a:moveTo>
                <a:lnTo>
                  <a:pt x="0" y="0"/>
                </a:lnTo>
                <a:lnTo>
                  <a:pt x="0" y="2110479"/>
                </a:lnTo>
                <a:lnTo>
                  <a:pt x="5259760" y="2110479"/>
                </a:lnTo>
                <a:lnTo>
                  <a:pt x="525976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79131B-4413-403B-841D-B834DA4E18E7}"/>
              </a:ext>
            </a:extLst>
          </p:cNvPr>
          <p:cNvSpPr txBox="1"/>
          <p:nvPr/>
        </p:nvSpPr>
        <p:spPr>
          <a:xfrm>
            <a:off x="2685143" y="3575566"/>
            <a:ext cx="1226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hlinkClick r:id="rId4"/>
              </a:rPr>
              <a:t>Изработване на оригами табелка за име</a:t>
            </a:r>
            <a:endParaRPr lang="en-US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904340-9C12-4D83-86AA-408CE5A7F6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852"/>
          <a:stretch/>
        </p:blipFill>
        <p:spPr>
          <a:xfrm>
            <a:off x="0" y="0"/>
            <a:ext cx="18288000" cy="1069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268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B4C8A7-27D5-4811-814A-2801277B3C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48"/>
          <a:stretch/>
        </p:blipFill>
        <p:spPr>
          <a:xfrm>
            <a:off x="4191000" y="203570"/>
            <a:ext cx="10591800" cy="987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839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0500"/>
            <a:ext cx="18288000" cy="1066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0416" y="7200900"/>
            <a:ext cx="18087584" cy="3300984"/>
          </a:xfrm>
          <a:custGeom>
            <a:avLst/>
            <a:gdLst/>
            <a:ahLst/>
            <a:cxnLst/>
            <a:rect l="l" t="t" r="r" b="b"/>
            <a:pathLst>
              <a:path w="18087584" h="3300984">
                <a:moveTo>
                  <a:pt x="0" y="0"/>
                </a:moveTo>
                <a:lnTo>
                  <a:pt x="18087584" y="0"/>
                </a:lnTo>
                <a:lnTo>
                  <a:pt x="18087584" y="3300984"/>
                </a:lnTo>
                <a:lnTo>
                  <a:pt x="0" y="3300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686467"/>
            <a:ext cx="16230600" cy="321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34"/>
              </a:lnSpc>
            </a:pPr>
            <a:r>
              <a:rPr lang="bg-BG" sz="10000" b="1" dirty="0">
                <a:solidFill>
                  <a:srgbClr val="E33036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Благодаря за вниманието!</a:t>
            </a:r>
            <a:endParaRPr lang="en-US" sz="10000" b="1" dirty="0">
              <a:solidFill>
                <a:srgbClr val="E33036"/>
              </a:solidFill>
              <a:latin typeface="Obra Letra Bold"/>
              <a:ea typeface="Obra Letra Bold"/>
              <a:cs typeface="Obra Letra Bold"/>
              <a:sym typeface="Obra Letra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0" y="0"/>
                </a:moveTo>
                <a:lnTo>
                  <a:pt x="5259760" y="0"/>
                </a:lnTo>
                <a:lnTo>
                  <a:pt x="5259760" y="2110479"/>
                </a:lnTo>
                <a:lnTo>
                  <a:pt x="0" y="211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3028240" y="0"/>
            <a:ext cx="5259760" cy="2110479"/>
          </a:xfrm>
          <a:custGeom>
            <a:avLst/>
            <a:gdLst/>
            <a:ahLst/>
            <a:cxnLst/>
            <a:rect l="l" t="t" r="r" b="b"/>
            <a:pathLst>
              <a:path w="5259760" h="2110479">
                <a:moveTo>
                  <a:pt x="5259760" y="0"/>
                </a:moveTo>
                <a:lnTo>
                  <a:pt x="0" y="0"/>
                </a:lnTo>
                <a:lnTo>
                  <a:pt x="0" y="2110479"/>
                </a:lnTo>
                <a:lnTo>
                  <a:pt x="5259760" y="2110479"/>
                </a:lnTo>
                <a:lnTo>
                  <a:pt x="525976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64</Words>
  <Application>Microsoft Office PowerPoint</Application>
  <PresentationFormat>Custom</PresentationFormat>
  <Paragraphs>9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Spain Introduction Presentation</dc:title>
  <dc:creator>Acer</dc:creator>
  <cp:lastModifiedBy>Гергана Узунова</cp:lastModifiedBy>
  <cp:revision>14</cp:revision>
  <dcterms:created xsi:type="dcterms:W3CDTF">2006-08-16T00:00:00Z</dcterms:created>
  <dcterms:modified xsi:type="dcterms:W3CDTF">2026-10-29T10:36:15Z</dcterms:modified>
  <dc:identifier>DAHJRIM_UPE</dc:identifier>
</cp:coreProperties>
</file>