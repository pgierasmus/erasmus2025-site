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796" y="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5" y="-31845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cp:lastModifiedBy>Нина Стоицова</cp:lastModifiedBy>
  <cp:revision>3</cp:revision>
  <dcterms:created xsi:type="dcterms:W3CDTF">2006-08-16T00:00:00Z</dcterms:created>
  <dcterms:modified xsi:type="dcterms:W3CDTF">2026-10-29T10:46:04Z</dcterms:modified>
</cp:coreProperties>
</file>